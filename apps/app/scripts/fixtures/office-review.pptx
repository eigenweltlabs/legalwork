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Fees by practice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Corporate</c:v>
                  </c:pt>
                  <c:pt idx="1">
                    <c:v>Finance</c:v>
                  </c:pt>
                  <c:pt idx="2">
                    <c:v>Litigation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3500</c:v>
                </c:pt>
                <c:pt idx="1">
                  <c:v>8000</c:v>
                </c:pt>
                <c:pt idx="2">
                  <c:v>2500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preserve this exact synthetic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GAL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65E"/>
                </a:solidFill>
              </a:rPr>
              <a:t>LEGALWORK / SYNTHETIC TEST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2665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2665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C35"/>
                </a:solidFill>
              </a:rPr>
              <a:t>Matter review — Q3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Partner judgment. 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Clear next steps.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4572000" cy="1828800"/>
          </a:xfrm>
          <a:prstGeom prst="roundRect">
            <a:avLst/>
          </a:prstGeom>
          <a:solidFill>
            <a:srgbClr val="153C3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517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€14,000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Estimated fees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2665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C35"/>
                </a:solidFill>
              </a:rPr>
              <a:t>Practice budgets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45720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3C35"/>
                          </a:solidFill>
                        </a:rPr>
                        <a:t>Practice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3C35"/>
                          </a:solidFill>
                        </a:rPr>
                        <a:t>Status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3C35"/>
                          </a:solidFill>
                        </a:rPr>
                        <a:t>Corporate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3C35"/>
                          </a:solidFill>
                        </a:rPr>
                        <a:t>Reviewed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3C35"/>
                          </a:solidFill>
                        </a:rPr>
                        <a:t>Finance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53C35"/>
                          </a:solidFill>
                        </a:rPr>
                        <a:t>Open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2665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matter review</dc:title>
  <dc:subject>Editor compatibility</dc:subject>
  <dc:creator>Legalwork synthetic test</dc:creator>
  <cp:lastModifiedBy>Legalwork synthetic test</cp:lastModifiedBy>
  <cp:revision>1</cp:revision>
  <dcterms:created xsi:type="dcterms:W3CDTF">2026-09-07T09:47:47Z</dcterms:created>
  <dcterms:modified xsi:type="dcterms:W3CDTF">2026-09-07T09:47:47Z</dcterms:modified>
</cp:coreProperties>
</file>